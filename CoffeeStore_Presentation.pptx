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A181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2A1810"/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051560"/>
            <a:ext cx="1371600" cy="137160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858" y="136017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889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منصّة بيع البُنّ الإلكترونية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بزنس حقيقي — ASP.NET Core Web Platform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إعداد: Mohamed Nowar  |  .NET Developer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A2318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914400"/>
            <a:ext cx="1097280" cy="109728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11612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الرؤية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شغف البُنّ إلى بزنس رقمي احترافي، مبني بأعلى معايير الأمان والجودة.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594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عن المشروع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1109960" y="1463040"/>
            <a:ext cx="201168" cy="201168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41732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متجر إلكتروني حقيقي لبيع أنواع مختلفة من البُنّ (محلي التحميص) مباشرة للعملاء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1109960" y="2697480"/>
            <a:ext cx="201168" cy="201168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65176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مبني كمنتج تجاري كامل — مش مشروع تعليمي — بدايةً من التصميم لحد الإطلاق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109960" y="3931920"/>
            <a:ext cx="201168" cy="201168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388620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يعتمد على Backend قوي بـ ASP.NET Core وواجهة مستخدم سريعة وسهلة الاستخدام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109960" y="5166360"/>
            <a:ext cx="201168" cy="201168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512064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هدف مزدوج: بزنس مربح فعليًا + مشروع احترافي يعزز الـ Portfolio والخبرة العملية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نموذج العمل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BF6E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0180" y="1920240"/>
            <a:ext cx="914400" cy="91440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17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الجمهور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محبي القهوة المختصة، مقاهي صغيرة، ومكاتب تطلب بُنّ بالجملة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02152" y="15544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BF6E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93692" y="1920240"/>
            <a:ext cx="914400" cy="91440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9312" y="3017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قنوات البيع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85032" y="34747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المتجر الإلكتروني كقناة رئيسية، مع إمكانية التوسع لطلبات الجملة B2B لاحقًا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55664" y="15544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BF6E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47204" y="1920240"/>
            <a:ext cx="914400" cy="91440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04" y="2148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92824" y="3017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التوصيل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38544" y="34747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 محلي أولاً، ثم توسّع جغرافي تدريجي حسب الطلب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409176" y="15544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BF6E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300716" y="1920240"/>
            <a:ext cx="914400" cy="91440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316" y="21488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46336" y="30175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الإيرادات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592056" y="34747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بيع مباشر بالتجزئة + اشتراكات شهرية اختيارية (Coffee Subscription)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 التقني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95560" y="1417320"/>
            <a:ext cx="822960" cy="82296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0" y="16230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0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/ Razor Pages للإطلاق السريع، مع مسار توسّع لاحق إلى Angular أو React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195560" y="2651760"/>
            <a:ext cx="822960" cy="82296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28575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6060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0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48640" y="29718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مبني بـ Clean Architecture (Domain / Application / Infrastructure / Presentation)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195560" y="3886200"/>
            <a:ext cx="822960" cy="82296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40919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38404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0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48640" y="42062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مع Entity Framework Core، و Migrations منظمة لكل تغيير في الـ Schema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0195560" y="5120640"/>
            <a:ext cx="822960" cy="82296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53263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5074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0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548640" y="54406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مع Paymob / Fawry عبر Hosted Payment Page لتفادي التعامل المباشر مع بيانات الكروت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البنية المعمارية — Clean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51076" y="1463040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C08A4E"/>
          </a:solidFill>
          <a:ln/>
        </p:spPr>
      </p:sp>
      <p:sp>
        <p:nvSpPr>
          <p:cNvPr id="4" name="Text 2"/>
          <p:cNvSpPr/>
          <p:nvPr/>
        </p:nvSpPr>
        <p:spPr>
          <a:xfrm>
            <a:off x="2025396" y="1536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25396" y="1920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/ API Controllers, Views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51076" y="2578608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E0972B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26517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25396" y="30358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DTOs, Interfaces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51076" y="3694176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3A2318"/>
          </a:solidFill>
          <a:ln/>
        </p:spPr>
      </p:sp>
      <p:sp>
        <p:nvSpPr>
          <p:cNvPr id="10" name="Text 8"/>
          <p:cNvSpPr/>
          <p:nvPr/>
        </p:nvSpPr>
        <p:spPr>
          <a:xfrm>
            <a:off x="2025396" y="3767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25396" y="415137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Repositories, Payment Gateway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51076" y="4809744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2A1810"/>
          </a:solidFill>
          <a:ln/>
        </p:spPr>
      </p:sp>
      <p:sp>
        <p:nvSpPr>
          <p:cNvPr id="13" name="Text 11"/>
          <p:cNvSpPr/>
          <p:nvPr/>
        </p:nvSpPr>
        <p:spPr>
          <a:xfrm>
            <a:off x="2025396" y="488289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25396" y="526694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Product, Order, Customer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06247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طبقة معتمدة فقط على اللي جواها — بيسهّل الاختبار والصيانة والتوسّع مستقبلًا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الميزات الأساسية (MVP)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46120" y="1645920"/>
            <a:ext cx="594360" cy="59436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71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184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كتالوج منتجات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أنواع بُنّ، أوزان، ودرجات تحميص مختلفة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0" y="1645920"/>
            <a:ext cx="594360" cy="59436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470" y="17945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16184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سلة ودفع إلكتروني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2628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متكامل مع بوابة دفع محلية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835640" y="1645920"/>
            <a:ext cx="594360" cy="59436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230" y="17945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16184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حسابات العملاء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2104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دخول آمن عبر ASP.NET Core Identity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2461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246120" y="3474720"/>
            <a:ext cx="594360" cy="59436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710" y="362331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34472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لوحة تحكم Admin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3152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المنتجات والطلبات والمخزون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2461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40880" y="3474720"/>
            <a:ext cx="594360" cy="59436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70" y="362331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34472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تتبع الطلبات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2628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التأكيد لحد التوصيل خطوة بخطوة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2461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835640" y="3474720"/>
            <a:ext cx="594360" cy="594360"/>
          </a:xfrm>
          <a:prstGeom prst="ellipse">
            <a:avLst/>
          </a:prstGeom>
          <a:solidFill>
            <a:srgbClr val="3A231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4230" y="362331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21040" y="34472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تصميم متجاوب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2104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يعمل بسلاسة على الموبايل والديسكتوب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الأمان أولًا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لأن المشروع بزنس حقيقي فيه بيانات عملاء وفلوس، الأمان مش اختياري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2A181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011680"/>
            <a:ext cx="868680" cy="86868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22288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+ Identity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كامل للاتصال وتخزين آمن لكلمات السر عبر ASP.NET Core Identity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6916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2A1810"/>
          </a:solidFill>
          <a:ln/>
        </p:spPr>
      </p:sp>
      <p:sp>
        <p:nvSpPr>
          <p:cNvPr id="10" name="Shape 7"/>
          <p:cNvSpPr/>
          <p:nvPr/>
        </p:nvSpPr>
        <p:spPr>
          <a:xfrm>
            <a:off x="4416552" y="2011680"/>
            <a:ext cx="868680" cy="86868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22" y="22288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3063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حماية الـ API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و CORS محكم و Input Validation على كل طلب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55664" y="16916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2A1810"/>
          </a:solidFill>
          <a:ln/>
        </p:spPr>
      </p:sp>
      <p:sp>
        <p:nvSpPr>
          <p:cNvPr id="15" name="Shape 11"/>
          <p:cNvSpPr/>
          <p:nvPr/>
        </p:nvSpPr>
        <p:spPr>
          <a:xfrm>
            <a:off x="7370064" y="2011680"/>
            <a:ext cx="868680" cy="86868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234" y="222885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92824" y="3063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الأسرار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638544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و Connection Strings في Key Vault، مش داخل الكود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409176" y="169164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2A181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323576" y="2011680"/>
            <a:ext cx="868680" cy="86868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746" y="222885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46336" y="3063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مراقبة وتسجيل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592056" y="36118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احترافي بـ Serilog و Audit Trail لعمليات الأدمن الحساسة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خارطة الطريق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C08A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40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التأسيس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الـ Domain Models، قاعدة البيانات، وإعداد Clean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72968" y="3611880"/>
            <a:ext cx="201168" cy="182880"/>
          </a:xfrm>
          <a:prstGeom prst="rightArrow">
            <a:avLst/>
          </a:prstGeom>
          <a:solidFill>
            <a:srgbClr val="6B5A4D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21031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0972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40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2044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الـ MVP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36118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الكتالوج، السلة، الدفع، وحسابات العملاء الأساسية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7608" y="3611880"/>
            <a:ext cx="201168" cy="182880"/>
          </a:xfrm>
          <a:prstGeom prst="rightArrow">
            <a:avLst/>
          </a:prstGeom>
          <a:solidFill>
            <a:srgbClr val="6B5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1031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3A231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240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5508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الأمان والاختبار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6118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Identity، Rate Limiting، Logging، و Unit Tests للمنطق الحرج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42248" y="3611880"/>
            <a:ext cx="201168" cy="182880"/>
          </a:xfrm>
          <a:prstGeom prst="rightArrow">
            <a:avLst/>
          </a:prstGeom>
          <a:solidFill>
            <a:srgbClr val="6B5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1031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2A1810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22402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8972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الإطلاق والتوسّع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9720" y="36118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نشر فعلي، متابعة الأداء، ثم إضافة Angular/React كواجهة V2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822960"/>
            <a:ext cx="1371600" cy="1371600"/>
          </a:xfrm>
          <a:prstGeom prst="ellipse">
            <a:avLst/>
          </a:prstGeom>
          <a:solidFill>
            <a:srgbClr val="E097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858" y="1131570"/>
            <a:ext cx="754380" cy="75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146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فكرة لبزنس حقيقي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C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احترافي + أمان عالي + بزنس يشتغل فعليًا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03720" y="4325112"/>
            <a:ext cx="146304" cy="146304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0" y="4160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الـ Database Schema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03720" y="4828032"/>
            <a:ext cx="146304" cy="146304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4663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Clean Architecture Solution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03720" y="5330952"/>
            <a:ext cx="146304" cy="146304"/>
          </a:xfrm>
          <a:prstGeom prst="ellipse">
            <a:avLst/>
          </a:prstGeom>
          <a:solidFill>
            <a:srgbClr val="E0972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5166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B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Identity والـ Security الأساسي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2026-09-05T03:49:12Z</dcterms:created>
  <dcterms:modified xsi:type="dcterms:W3CDTF">2026-09-05T03:49:12Z</dcterms:modified>
</cp:coreProperties>
</file>